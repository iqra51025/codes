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d0b5d7e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d0b5d7e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d3681f1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d3681f1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d3681f17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d3681f1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d3681f17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d3681f17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d3681f17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d3681f17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d3681f17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d3681f17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d3681f17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d3681f17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d3681f17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d3681f17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d3681f17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d3681f17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d3681f17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d3681f17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0" y="342175"/>
            <a:ext cx="8717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OOP Codes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1.Class and Object:</a:t>
            </a:r>
            <a:endParaRPr b="1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#include &lt;iostream&gt;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using namespace std;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Student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public: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string name;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int age;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void display()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cout &lt;&lt; "Name: " &lt;&lt; name &lt;&lt; "\nAge: " &lt;&lt; age &lt;&lt; endl;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};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0" y="0"/>
            <a:ext cx="9021900" cy="28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Student s1;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s1.name = "Iqra";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s1.age = 20;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s1.display();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return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2.Constructor:</a:t>
            </a:r>
            <a:endParaRPr b="1"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#include &lt;iostream&gt;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using namespace std;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Car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public: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string brand;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int model;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Car(string b, int m)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brand = b;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model = m;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0" y="0"/>
            <a:ext cx="8678400" cy="4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void show()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cout &lt;&lt; brand &lt;&lt; " " &lt;&lt; model &lt;&lt; endl;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Car c1("Toyota", 2022);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c1.show();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return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3.Inheritance:</a:t>
            </a:r>
            <a:endParaRPr b="1"/>
          </a:p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#include &lt;iostream&gt;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using namespace std;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Animal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public: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void eat()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cout &lt;&lt; "Eating..." &lt;&lt; endl;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};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Dog : public Animal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public: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0" y="0"/>
            <a:ext cx="9041400" cy="4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void bark()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cout &lt;&lt; "Barking..." &lt;&lt; endl;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Dog 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d.eat();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d.bark();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return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4.Multilevel Inheritance:</a:t>
            </a:r>
            <a:endParaRPr b="1"/>
          </a:p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#include &lt;iostream&gt;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using namespace std;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A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public: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void showA() { cout &lt;&lt; "Class A\n";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};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B : public A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public: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void showB() { cout &lt;&lt; "Class B\n";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};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/>
        </p:nvSpPr>
        <p:spPr>
          <a:xfrm>
            <a:off x="0" y="0"/>
            <a:ext cx="7696800" cy="52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class C : public B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public: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void showC() { cout &lt;&lt; "Class C\n"; 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C obj;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obj.showA();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obj.showB();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obj.showC();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return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5.Function Overloading</a:t>
            </a:r>
            <a:endParaRPr b="1"/>
          </a:p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#include &lt;iostream&gt;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using namespace std;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class Print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public: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void show(int a)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cout &lt;&lt; "Integer: " &lt;&lt; a &lt;&lt; endl;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void show(double b)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    cout &lt;&lt; "Double: " &lt;&lt; b &lt;&lt; endl;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    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/>
        </p:nvSpPr>
        <p:spPr>
          <a:xfrm>
            <a:off x="0" y="0"/>
            <a:ext cx="7392300" cy="3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};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 main()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Print p;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p.show(10);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p.show(5.5);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return 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