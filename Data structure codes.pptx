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646f3b3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646f3b3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646f3b3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646f3b3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646f3b34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646f3b3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646f3b34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646f3b34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46f3b34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646f3b34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646f3b3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646f3b3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646f3b34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646f3b34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 Structure Codes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1.Simple Array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arr = [10, 20, 30, 40, 50]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print("Array:", arr)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2.Reverse Array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16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arr = [10, 20, 30, 40, 50]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arr.reverse()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print("Reversed array:", arr)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3.Sort Array</a:t>
            </a:r>
            <a:endParaRPr b="1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arr = [40, 10, 30, 20, 50]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arr.sort()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print("Sorted:", arr)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4.Stack</a:t>
            </a:r>
            <a:endParaRPr b="1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stack = []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 push elements (add)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stack.append(10)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stack.append(20)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stack.append(30)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print("Stack:", stack)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 pop element (remove last)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stack.pop()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print("After pop:", stack)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5.Link List</a:t>
            </a:r>
            <a:endParaRPr b="1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Node: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def __init__(self, data):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self.data = data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self.next = None  # link to next node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LinkedList: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def __init__(self):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self.head = None  # start node (empty list)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def insert_at_start(self, data):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new_node = Node(data)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       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0" y="-388275"/>
            <a:ext cx="8697900" cy="6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new_node.next = self.head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self.head = new_node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def display(self):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temp = self.head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while temp: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print(temp.data, end=" -&gt; 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temp = temp.next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print("None")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# Create linked list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ll = LinkedList()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ll.insert_at_start(10)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ll.insert_at_start(20)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ll.insert_at_start(30)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ll.display()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6.Queue</a:t>
            </a:r>
            <a:endParaRPr b="1"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queue = []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 Enqueue (Add elements)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queue.append(10)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queue.append(20)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queue.append(30)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print("Queue:", queue)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 Dequeue (Remove first element)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queue.pop(0)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print("After dequeue:", queue)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