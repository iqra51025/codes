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d09a577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d09a577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d09a5774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d09a5774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d09a5774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d09a5774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d09a5774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d09a5774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d09a5774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d09a5774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d09a5774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d09a5774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d09a5774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d09a5774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d09a5774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d09a5774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d09a5774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d09a5774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C++ programs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1.</a:t>
            </a:r>
            <a:r>
              <a:rPr b="1" lang="en-GB"/>
              <a:t>Add Two Numbers: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#include &lt;iostream&gt;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using namespace std;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int main() {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int a, b, sum;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cout &lt;&lt; "Enter two numbers: ";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cin &gt;&gt; a &gt;&gt; b;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sum = a + b;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cout &lt;&lt; "Sum = " &lt;&lt; sum;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return 0;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}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78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2.Find Even or Odd</a:t>
            </a:r>
            <a:endParaRPr b="1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796200"/>
            <a:ext cx="8520600" cy="4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#include &lt;iostream&gt;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using namespace std;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int main() {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int num;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cout &lt;&lt; "Enter a number: 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cin &gt;&gt; num;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if (num % 2 == 0)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    cout &lt;&lt; "Number is Even";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else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    cout &lt;&lt; "Number is Odd";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return 0;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}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3.Print Table of number:</a:t>
            </a:r>
            <a:endParaRPr b="1"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#include &lt;iostream&gt;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using namespace std;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int main() {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int num;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cout &lt;&lt; "Enter number: 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cin &gt;&gt; num;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for (int i = 1; i &lt;= 10; i++) {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    cout &lt;&lt; num &lt;&lt; " x " &lt;&lt; i &lt;&lt; " = " &lt;&lt; num * i &lt;&lt; endl;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  }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 return 0;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}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60775" y="150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4.Check Leap Year</a:t>
            </a:r>
            <a:endParaRPr b="1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723250"/>
            <a:ext cx="8520600" cy="43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#include &lt;iostream&gt;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using namespace std;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int main() {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int year;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cout &lt;&lt; "Enter a year: 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cin &gt;&gt; year;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if ((year % 4 == 0 &amp;&amp; year % 100 != 0) || year % 400 == 0)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    cout &lt;&lt; year &lt;&lt; " is a Leap Year.";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  </a:t>
            </a:r>
            <a:r>
              <a:rPr lang="en-GB" sz="1400"/>
              <a:t>e</a:t>
            </a:r>
            <a:r>
              <a:rPr lang="en-GB" sz="1400"/>
              <a:t>l</a:t>
            </a:r>
            <a:r>
              <a:rPr lang="en-GB" sz="1400"/>
              <a:t>se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      cout &lt;&lt; year &lt;&lt; " is not a Leap Year.";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  return 0;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}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409875" y="199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5.Factorial of number:</a:t>
            </a:r>
            <a:endParaRPr b="1"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772325"/>
            <a:ext cx="8520600" cy="42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#include &lt;iostream&gt;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using namespace std;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int main() {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int n, fact = 1;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cout &lt;&lt; "Enter a number: 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cin &gt;&gt; n;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for (int i = 1; i &lt;= n; i++) {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      fact = fact * i; 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}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cout &lt;&lt; "Factorial = " &lt;&lt; fact;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  return 0;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}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607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6.Reverse Number:</a:t>
            </a:r>
            <a:endParaRPr b="1"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242975" y="471150"/>
            <a:ext cx="8520600" cy="52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#include &lt;iostream&gt;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using namespace std;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int main() {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int num, rev = 0, rem;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cout &lt;&lt; "Enter a number: 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cin &gt;&gt; num;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while (num != 0) {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    rem = num % 10;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    rev = rev * 10 + rem;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    num = num / 10; }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cout &lt;&lt; "Reversed number = " &lt;&lt; rev;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  return 0;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}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91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7.Sum of Array Elements:</a:t>
            </a:r>
            <a:endParaRPr b="1"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664375"/>
            <a:ext cx="8520600" cy="42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#include &lt;iostream&gt;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using namespace std;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int main() {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int n;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cout &lt;&lt; "Enter number of elements: 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cin &gt;&gt; n;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int arr[n], sum = 0;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cout &lt;&lt; "Enter " &lt;&lt; n &lt;&lt; " elements: 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for (int i = 0; i &lt; n; i++) {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    cin &gt;&gt; arr[i];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/>
              <a:t>        sum += arr[i]  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}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/>
              <a:t>    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0" y="0"/>
            <a:ext cx="30000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cout &lt;&lt; "Sum of all elements = " &lt;&lt; sum;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    return 0;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}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2" name="Google Shape;102;p21"/>
          <p:cNvSpPr txBox="1"/>
          <p:nvPr>
            <p:ph type="title"/>
          </p:nvPr>
        </p:nvSpPr>
        <p:spPr>
          <a:xfrm>
            <a:off x="95750" y="1416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8.Largest of Two Numbers:</a:t>
            </a:r>
            <a:endParaRPr b="1"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2220550"/>
            <a:ext cx="8520600" cy="23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#include &lt;iostream&gt;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using namespace std;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int main() {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int a, b;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cout &lt;&lt; "Enter two numbers: 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cin &gt;&gt; a &gt;&gt; b;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if (a &gt; b)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     cout &lt;&lt; a &lt;&lt; " is larger";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   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0" y="0"/>
            <a:ext cx="3000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    else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        cout &lt;&lt; b &lt;&lt; " is larger";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    return 0;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2"/>
                </a:solidFill>
              </a:rPr>
              <a:t>}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